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Idaho Federated AI 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EEAD4"/>
                </a:solidFill>
                <a:latin typeface="Calibri"/>
              </a:rPr>
              <a:t>Technical Architecture &amp; Engineering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94560"/>
            <a:ext cx="32004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nsolas"/>
              </a:rPr>
              <a:t>Stack: LangGraph · FastAPI · PostgreSQL · Neo4j · Qdrant · Redis · Ollama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926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onsolas"/>
              </a:rPr>
              <a:t>Agencies: IDHW  ·  IDJC  ·  IDOC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Version 1.0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System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06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85953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B6D4"/>
                </a:solidFill>
                <a:latin typeface="Consolas"/>
              </a:rPr>
              <a:t>REST API  (FastAPI · port 8000)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9875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nsolas"/>
              </a:rPr>
              <a:t>POST /query  |  GET /health  |  GET /audit/recent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274320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618488"/>
            <a:ext cx="8595360" cy="59436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618488"/>
            <a:ext cx="8595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EAD4"/>
                </a:solidFill>
                <a:latin typeface="Consolas"/>
              </a:rPr>
              <a:t>LangGraph Controller  (intent → planner → router → [parallel] → reasoning → answer)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212848"/>
            <a:ext cx="27432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395728"/>
            <a:ext cx="2743200" cy="640080"/>
          </a:xfrm>
          <a:prstGeom prst="rect">
            <a:avLst/>
          </a:prstGeom>
          <a:solidFill>
            <a:srgbClr val="16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395728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IDHW MCP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88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port 8001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79" y="2395728"/>
            <a:ext cx="2743200" cy="640080"/>
          </a:xfrm>
          <a:prstGeom prst="rect">
            <a:avLst/>
          </a:prstGeom>
          <a:solidFill>
            <a:srgbClr val="0D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54679" y="2395728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IDJC MCP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788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port 8002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395728"/>
            <a:ext cx="2743200" cy="6400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2395728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79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IDOC MCP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2788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port 8003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035808"/>
            <a:ext cx="27432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218688"/>
            <a:ext cx="2011680" cy="731520"/>
          </a:xfrm>
          <a:prstGeom prst="rect">
            <a:avLst/>
          </a:prstGeom>
          <a:solidFill>
            <a:srgbClr val="1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32552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Agency Data
port 5434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3218688"/>
            <a:ext cx="2011680" cy="73152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4600" y="32552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Neo4j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Graph Memory
port 7688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218688"/>
            <a:ext cx="2011680" cy="731520"/>
          </a:xfrm>
          <a:prstGeom prst="rect">
            <a:avLst/>
          </a:prstGeom>
          <a:solidFill>
            <a:srgbClr val="5B2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0" y="32552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Qdrant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Vector Store
port 6335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3218688"/>
            <a:ext cx="2011680" cy="7315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80" y="32552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Cache/Queue
port 6381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3218688"/>
            <a:ext cx="2103120" cy="73152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720840" y="3218688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3255264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Ollama LLM
Host (not Docker)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LangGraph State Machine — Execution DAG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914400"/>
            <a:ext cx="260604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13632" y="9509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intent_node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3632" y="1216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FFF5"/>
                </a:solidFill>
                <a:latin typeface="Calibri"/>
              </a:rPr>
              <a:t>Validate &amp; init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508760"/>
            <a:ext cx="22860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0" y="1691640"/>
            <a:ext cx="260604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13632" y="17282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planner_node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1993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FFF5"/>
                </a:solidFill>
                <a:latin typeface="Calibri"/>
              </a:rPr>
              <a:t>LLM: decompose plan
route to agencies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286000"/>
            <a:ext cx="22860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0" y="2514600"/>
            <a:ext cx="260604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13632" y="25511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router_node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2816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FFF5"/>
                </a:solidFill>
                <a:latin typeface="Calibri"/>
              </a:rPr>
              <a:t>Select agency nodes
(conditional edges)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108960"/>
            <a:ext cx="22860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337560"/>
            <a:ext cx="2560320" cy="594360"/>
          </a:xfrm>
          <a:prstGeom prst="rect">
            <a:avLst/>
          </a:prstGeom>
          <a:solidFill>
            <a:srgbClr val="16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3832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execute_idhw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301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alibri"/>
              </a:rPr>
              <a:t>[PARALLEL] Returns partial dict
keys: idhw_data, sources, errors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337560"/>
            <a:ext cx="2560320" cy="594360"/>
          </a:xfrm>
          <a:prstGeom prst="rect">
            <a:avLst/>
          </a:prstGeom>
          <a:solidFill>
            <a:srgbClr val="0D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33832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execute_idjc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301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alibri"/>
              </a:rPr>
              <a:t>[PARALLEL] Returns partial dict
keys: idjc_data, sources,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337560"/>
            <a:ext cx="2560320" cy="5943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3832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execute_idoc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301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alibri"/>
              </a:rPr>
              <a:t>[PARALLEL] Returns partial dict
keys: idoc_data, sources, errors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3108960"/>
            <a:ext cx="2286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3108960"/>
            <a:ext cx="2286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3108960"/>
            <a:ext cx="2286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29000" y="4041648"/>
            <a:ext cx="2971800" cy="5669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0440" y="4087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reasoning_node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343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alibri"/>
              </a:rPr>
              <a:t>Cross-agency identity matching via insight_id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4608576"/>
            <a:ext cx="22860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29000" y="4617720"/>
            <a:ext cx="2971800" cy="36576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29000" y="4617720"/>
            <a:ext cx="2971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6616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nsolas"/>
              </a:rPr>
              <a:t>answer_node  →  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86460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Calibri"/>
              </a:rPr>
              <a:t>⚠  Parallel nodes use Annotated[list, operator.add] reducers — avoids INVALID_CONCURRENT_GRAPH_UPDATE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InsightState — LangGraph Shared State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502920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029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484632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EEAD4"/>
                </a:solidFill>
                <a:latin typeface="Consolas"/>
              </a:rPr>
              <a:t>class InsightState(TypedDict):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# Inputs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question:        str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intent:          Optional[QueryIntent]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plan:            list[str]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agencies:        list[AgencyName]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# Agency results (written by parallel nodes)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idhw_data:       dict[str, Any]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idjc_data:       dict[str, Any]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idoc_data:       dict[str, Any]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# Cross-agency reasoning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identity_matches: dict[str, Any]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reasoning_result: dict[str, Any]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# Outputs — Annotated reducers required for parallel safety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answer:          str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confidence:      float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sources:         Annotated[list[str], operator.add]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errors:          Annotated[list[str], operator.add]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execution_trace: Annotated[list[str], operator.add]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914400"/>
            <a:ext cx="3474720" cy="91440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914400"/>
            <a:ext cx="731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23560" y="96926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Annotated Reducers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26187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sources, errors, execution_trace use operator.add so parallel nodes can append without concurrent write conflicts.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938528"/>
            <a:ext cx="3474720" cy="91440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0" y="1938528"/>
            <a:ext cx="731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23560" y="19933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Partial Dict Returns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2860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Each node returns ONLY the keys it modifies. Never return the full InsightState from a node.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962656"/>
            <a:ext cx="3474720" cy="91440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0" y="2962656"/>
            <a:ext cx="731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23560" y="30175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Agency Names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3101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AgencyName is an Enum: IDHW | IDJC | IDOC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986784"/>
            <a:ext cx="3474720" cy="91440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0" y="3986784"/>
            <a:ext cx="731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23560" y="4041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Thread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33425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MemorySaver checkpoint enables multi-turn conversation with configurable thread_id per user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MCP Server Pattern — Agency Tool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411480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Available Tools by Agency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685800" cy="731520"/>
          </a:xfrm>
          <a:prstGeom prst="rect">
            <a:avLst/>
          </a:prstGeom>
          <a:solidFill>
            <a:srgbClr val="16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9047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IDHW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325880"/>
            <a:ext cx="3429000" cy="73152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1417320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1453896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get_children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417320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52344" y="1453896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get_family_relationships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55648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179222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get_person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755648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52344" y="179222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get_people_bulk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67128"/>
            <a:ext cx="685800" cy="731520"/>
          </a:xfrm>
          <a:prstGeom prst="rect">
            <a:avLst/>
          </a:prstGeom>
          <a:solidFill>
            <a:srgbClr val="0D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33172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IDJC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2167128"/>
            <a:ext cx="3429000" cy="73152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2258568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0704" y="22951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get_commitments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258568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52344" y="22951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get_active_commitments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596896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0704" y="263347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check_juvenile_record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2596896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52344" y="263347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search_commitments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08376"/>
            <a:ext cx="685800" cy="73152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317296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IDOC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008376"/>
            <a:ext cx="3429000" cy="73152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5840" y="3099816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0704" y="313639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get_active_offenders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3099816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52344" y="313639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get_people_bulk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3438144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0704" y="34747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check_incarceration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80" y="3438144"/>
            <a:ext cx="1600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52344" y="34747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EEAD4"/>
                </a:solidFill>
                <a:latin typeface="Consolas"/>
              </a:rPr>
              <a:t>search_sentences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868680"/>
            <a:ext cx="438912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63440" y="89611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MCP Execute Request / Response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1325880"/>
            <a:ext cx="4389120" cy="3703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0" y="1325880"/>
            <a:ext cx="43891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63440" y="1417320"/>
            <a:ext cx="4206240" cy="352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EEAD4"/>
                </a:solidFill>
                <a:latin typeface="Consolas"/>
              </a:rPr>
              <a:t># Request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POST /execute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{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"tool_name": "get_people_bulk",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"params": {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"insight_ids": ["abc123", "def456"]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}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}</a:t>
            </a:r>
          </a:p>
          <a:p>
            <a:endParaRPr sz="900">
              <a:solidFill>
                <a:srgbClr val="5EEAD4"/>
              </a:solidFill>
              <a:latin typeface="Consolas"/>
            </a:endParaRPr>
          </a:p>
          <a:p>
            <a:r>
              <a:rPr sz="900">
                <a:solidFill>
                  <a:srgbClr val="5EEAD4"/>
                </a:solidFill>
                <a:latin typeface="Consolas"/>
              </a:rPr>
              <a:t># Response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{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"status": "success",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"tool": "get_people_bulk",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"result": [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  {"insight_id": "abc123", ...},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  ]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Database Stack — Four-Store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68680"/>
            <a:ext cx="4206240" cy="1920240"/>
          </a:xfrm>
          <a:prstGeom prst="rect">
            <a:avLst/>
          </a:prstGeom>
          <a:solidFill>
            <a:srgbClr val="1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42062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86868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97840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3258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  <a:latin typeface="Consolas"/>
              </a:rPr>
              <a:t>port 5434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978407"/>
            <a:ext cx="1298448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005839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Relational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1645919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fed_idhw — foster care records (IDHWPerson)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874519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fed_idjc — juvenile commitments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1031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fed_idoc — sentences &amp; offender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3317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insight_id indexed on all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5603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SQLAlchemy async ORM (asyncpg driver)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868680"/>
            <a:ext cx="4206240" cy="192024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9160" y="868680"/>
            <a:ext cx="42062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60" y="86868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3752" y="97840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Neo4j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13258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onsolas"/>
              </a:rPr>
              <a:t>bolt: 7688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978407"/>
            <a:ext cx="1298448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1005839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Graph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1645919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Cross-agency identity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1874519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Nodes: Person (with agency label)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21031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Relationships: PARENT_OF, HAS_COMMITMENT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23317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Enables Cypher graph traversal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25603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Used by reasoning_node for identity matching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880360"/>
            <a:ext cx="4206240" cy="1920240"/>
          </a:xfrm>
          <a:prstGeom prst="rect">
            <a:avLst/>
          </a:prstGeom>
          <a:solidFill>
            <a:srgbClr val="5B2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8600" y="2880360"/>
            <a:ext cx="420624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2880360"/>
            <a:ext cx="7315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192" y="2990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Qdrant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" y="33375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Consolas"/>
              </a:rPr>
              <a:t>port 6335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71800" y="2990088"/>
            <a:ext cx="1298448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71800" y="3017520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Vector 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36576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Semantic similarity for fuzzy name matching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38862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Query embedding storage for caching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" y="41148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Future: document &amp; case note similarity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" y="43434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Collection: agency_embeddings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" y="45720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Model: all-minilm (Ollama)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60" y="2880360"/>
            <a:ext cx="4206240" cy="192024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709160" y="2880360"/>
            <a:ext cx="42062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09160" y="288036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73752" y="2990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Redis 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33375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onsolas"/>
              </a:rPr>
              <a:t>port 6381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2990088"/>
            <a:ext cx="1298448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52360" y="3017520"/>
            <a:ext cx="1298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Cache &amp; Queue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73752" y="36576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Query result caching (TTL 5 min)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73752" y="38862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Rate limiting per agency endpoint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3752" y="41148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Future: async job queue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73752" y="43434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Stream: audit_log for audit trail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3752" y="45720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· Connection: asyncio-redis client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Models — Key Fields per Agency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68680"/>
            <a:ext cx="2834640" cy="4114800"/>
          </a:xfrm>
          <a:prstGeom prst="rect">
            <a:avLst/>
          </a:prstGeom>
          <a:solidFill>
            <a:srgbClr val="16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2834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IDHWPerson
(fed_idhw)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onsolas"/>
              </a:rPr>
              <a:t>insight_id        PK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105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onsolas"/>
              </a:rPr>
              <a:t>child_insight_id  FK → child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579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onsolas"/>
              </a:rPr>
              <a:t>mother_insight_id FK → parent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054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onsolas"/>
              </a:rPr>
              <a:t>father_insight_id FK → parent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529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person_type       child|parent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first_name, last_name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5478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dob, gender, ssn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89534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start_care_date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2428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end_care_date, end_reason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590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tpr_date, death_date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868680"/>
            <a:ext cx="2834640" cy="4114800"/>
          </a:xfrm>
          <a:prstGeom prst="rect">
            <a:avLst/>
          </a:prstGeom>
          <a:solidFill>
            <a:srgbClr val="0D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0" y="868680"/>
            <a:ext cx="2834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IJCCommitment
(fed_idjc)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insight_id        FK global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18105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ijos_id           agency PK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1579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first_name, last_name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5054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dob, ssn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8529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status            ACTIVE|CLOSED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offense_category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5478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offense_level     FELONY|MISDEMEANOR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89534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commitment_date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2428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committing_county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590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significance_level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868680"/>
            <a:ext cx="2834640" cy="41148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868680"/>
            <a:ext cx="283464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914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IDOCSentence
(fed_idoc)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onsolas"/>
              </a:rPr>
              <a:t>insight_id        FK 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8105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onsolas"/>
              </a:rPr>
              <a:t>ofndr_num         agency PK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1579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fnam, lnam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5054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dob_dtd, ssn_nbr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529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sent_disp         sentence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crt_dte           court 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5478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crme_grp          crime group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89534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ofnse_cd          offense code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2428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facility_cd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590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parole_eligible_dt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Deployment — Docker Compose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68680"/>
            <a:ext cx="2103120" cy="1261872"/>
          </a:xfrm>
          <a:prstGeom prst="rect">
            <a:avLst/>
          </a:prstGeom>
          <a:solidFill>
            <a:srgbClr val="1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21031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960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onsolas"/>
              </a:rPr>
              <a:t>fed_swarm_postgres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28016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1554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5434:5432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80136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primary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0592" y="868680"/>
            <a:ext cx="2103120" cy="12618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50592" y="868680"/>
            <a:ext cx="21031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23744" y="960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fed_swarm_neo4j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128016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Neo4j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1554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7688/7475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180136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graph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72584" y="868680"/>
            <a:ext cx="2103120" cy="1261872"/>
          </a:xfrm>
          <a:prstGeom prst="rect">
            <a:avLst/>
          </a:prstGeom>
          <a:solidFill>
            <a:srgbClr val="5B2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72584" y="868680"/>
            <a:ext cx="21031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45736" y="960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onsolas"/>
              </a:rPr>
              <a:t>fed_swarm_qdrant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28016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Qdrant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1554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6335:6333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5736" y="180136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vector 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576" y="868680"/>
            <a:ext cx="2103120" cy="126187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94576" y="868680"/>
            <a:ext cx="21031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67728" y="960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onsolas"/>
              </a:rPr>
              <a:t>fed_swarm_redis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128016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Redis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1554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6381:6379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180136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cache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286000"/>
            <a:ext cx="2103120" cy="1261872"/>
          </a:xfrm>
          <a:prstGeom prst="rect">
            <a:avLst/>
          </a:prstGeom>
          <a:solidFill>
            <a:srgbClr val="0D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8600" y="2286000"/>
            <a:ext cx="21031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1752" y="2377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Consolas"/>
              </a:rPr>
              <a:t>fed_swarm_controller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" y="269748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Controller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" y="29718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8000:8000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" y="321868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LangGraph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50592" y="2286000"/>
            <a:ext cx="2103120" cy="1261872"/>
          </a:xfrm>
          <a:prstGeom prst="rect">
            <a:avLst/>
          </a:prstGeom>
          <a:solidFill>
            <a:srgbClr val="16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450592" y="2286000"/>
            <a:ext cx="21031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23744" y="2377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onsolas"/>
              </a:rPr>
              <a:t>idhw-agent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3744" y="269748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IDHW MCP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23744" y="29718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8001:8000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3744" y="321868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FastAPI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2584" y="2286000"/>
            <a:ext cx="2103120" cy="1261872"/>
          </a:xfrm>
          <a:prstGeom prst="rect">
            <a:avLst/>
          </a:prstGeom>
          <a:solidFill>
            <a:srgbClr val="0D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672584" y="2286000"/>
            <a:ext cx="21031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45736" y="2377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idjc-agent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5736" y="269748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IDJC MCP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5736" y="29718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8002:8000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45736" y="321868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FastAPI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94576" y="2286000"/>
            <a:ext cx="2103120" cy="12618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894576" y="2286000"/>
            <a:ext cx="21031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67728" y="2377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onsolas"/>
              </a:rPr>
              <a:t>idoc-agent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269748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IDOC MCP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7728" y="29718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onsolas"/>
              </a:rPr>
              <a:t>8003:8000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7728" y="321868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FastAPI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3749039"/>
            <a:ext cx="8732520" cy="45720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28600" y="3749039"/>
            <a:ext cx="73152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3822191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nsolas"/>
              </a:rPr>
              <a:t>All containers on fed_swarm_network  |  Ollama runs on HOST (host.docker.internal:11434)  |  Volumes: fed_pg_data, fed_neo4j_data, fed_qdrant_data, fed_redis_data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297680"/>
            <a:ext cx="8732520" cy="5486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28600" y="429768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" y="43434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onsolas"/>
              </a:rPr>
              <a:t>Ports offset to avoid collision with existing Idaho services:
PG: 5434  |  Neo4j bolt: 7688  |  Qdrant: 6335  |  Redis: 6381  |  Controller: 8000  |  Agents: 8001-8003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Cross-Agency Identity Resolution via insight_id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EAD4"/>
                </a:solidFill>
                <a:latin typeface="Calibri"/>
              </a:rPr>
              <a:t>insight_id is the global, pre-assigned identity key that links an individual across all three agency databases — no entity resolution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4572000" cy="324612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4572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Match Priority (highest → lowest confidence)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48840"/>
            <a:ext cx="594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224028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onsolas"/>
              </a:rPr>
              <a:t>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insight_id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59736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Guaranteed match — same global 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80360"/>
            <a:ext cx="594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97180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onsolas"/>
              </a:rPr>
              <a:t>0.99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SSN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91256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Very high confidence — federal 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11880"/>
            <a:ext cx="594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370332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onsolas"/>
              </a:rPr>
              <a:t>0.95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Name + DOB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22776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High confidence — if both match exactly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43400"/>
            <a:ext cx="59436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443484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  <a:latin typeface="Consolas"/>
              </a:rPr>
              <a:t>0.50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54296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Low confidence — partial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868680"/>
            <a:ext cx="3931920" cy="406908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0" y="868680"/>
            <a:ext cx="39319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0" y="868680"/>
            <a:ext cx="73152" cy="4069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60" y="9144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IDHW Special: Family Mapping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1325880"/>
            <a:ext cx="3840480" cy="3566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74920" y="1325880"/>
            <a:ext cx="384048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66359" y="1417320"/>
            <a:ext cx="3657600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EEAD4"/>
                </a:solidFill>
                <a:latin typeface="Consolas"/>
              </a:rPr>
              <a:t># IDHW has 3 insight_id fields:</a:t>
            </a:r>
          </a:p>
          <a:p>
            <a:endParaRPr sz="900">
              <a:solidFill>
                <a:srgbClr val="5EEAD4"/>
              </a:solidFill>
              <a:latin typeface="Consolas"/>
            </a:endParaRPr>
          </a:p>
          <a:p>
            <a:r>
              <a:rPr sz="900">
                <a:solidFill>
                  <a:srgbClr val="5EEAD4"/>
                </a:solidFill>
                <a:latin typeface="Consolas"/>
              </a:rPr>
              <a:t>insight_id         # person's own ID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child_insight_id   # child record ID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mother_insight_id  # → links to IDHW/IDOC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father_insight_id  # → links to IDHW/IDOC</a:t>
            </a:r>
          </a:p>
          <a:p>
            <a:endParaRPr sz="900">
              <a:solidFill>
                <a:srgbClr val="5EEAD4"/>
              </a:solidFill>
              <a:latin typeface="Consolas"/>
            </a:endParaRPr>
          </a:p>
          <a:p>
            <a:r>
              <a:rPr sz="900">
                <a:solidFill>
                  <a:srgbClr val="5EEAD4"/>
                </a:solidFill>
                <a:latin typeface="Consolas"/>
              </a:rPr>
              <a:t># Cross-agency query pattern: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1. IDHW: get child records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2. Extract mother/father IDs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3. IDOC: bulk lookup by insight_ids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4. Neo4j: write PARENT_OF edges</a:t>
            </a:r>
          </a:p>
          <a:p>
            <a:r>
              <a:rPr sz="900">
                <a:solidFill>
                  <a:srgbClr val="5EEAD4"/>
                </a:solidFill>
                <a:latin typeface="Consolas"/>
              </a:rPr>
              <a:t>5. Reasoning: count matches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Build Order — 6-Phase Production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68680"/>
            <a:ext cx="2834640" cy="1920240"/>
          </a:xfrm>
          <a:prstGeom prst="rect">
            <a:avLst/>
          </a:prstGeom>
          <a:solidFill>
            <a:srgbClr val="0D4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2834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784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nsolas"/>
              </a:rPr>
              <a:t>Phase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960120"/>
            <a:ext cx="8229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97840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✓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075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alibri"/>
              </a:rPr>
              <a:t>PostgreSQL schema · CSV ingestion · insight_id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868680"/>
            <a:ext cx="2834640" cy="1920240"/>
          </a:xfrm>
          <a:prstGeom prst="rect">
            <a:avLst/>
          </a:prstGeom>
          <a:solidFill>
            <a:srgbClr val="0D4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868680"/>
            <a:ext cx="2834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9784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nsolas"/>
              </a:rPr>
              <a:t>Phase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960120"/>
            <a:ext cx="8229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97840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✓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3075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Agency MCP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alibri"/>
              </a:rPr>
              <a:t>FastAPI servers · 8+ tools per agency · /execute /capabilities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868680"/>
            <a:ext cx="2834640" cy="1920240"/>
          </a:xfrm>
          <a:prstGeom prst="rect">
            <a:avLst/>
          </a:prstGeom>
          <a:solidFill>
            <a:srgbClr val="0D4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868680"/>
            <a:ext cx="2834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978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nsolas"/>
              </a:rPr>
              <a:t>Phase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960120"/>
            <a:ext cx="8229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9784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✓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3075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MCP Federation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916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alibri"/>
              </a:rPr>
              <a:t>MCPClient · circuit breaker · parallel agency queries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926080"/>
            <a:ext cx="2834640" cy="1920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8600" y="2926080"/>
            <a:ext cx="28346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onsolas"/>
              </a:rPr>
              <a:t>Phase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3017520"/>
            <a:ext cx="8229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03120" y="30358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⚡ 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3364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LangGraph Controller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37490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alibri"/>
              </a:rPr>
              <a:t>Intent → Planner → Router → [Parallel] → Reasoning →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926080"/>
            <a:ext cx="2834640" cy="1920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0" y="2926080"/>
            <a:ext cx="28346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4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onsolas"/>
              </a:rPr>
              <a:t>Phase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3017520"/>
            <a:ext cx="8229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74920" y="30358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⚡ Active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364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Entity Resolution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7490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alibri"/>
              </a:rPr>
              <a:t>Neo4j graph · insight_id matching · PARENT_OF relationships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926080"/>
            <a:ext cx="2834640" cy="1920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72200" y="2926080"/>
            <a:ext cx="2834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onsolas"/>
              </a:rPr>
              <a:t>Phase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3017520"/>
            <a:ext cx="8229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0" y="30358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○ Planned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364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Cognitive Swarm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7490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Calibri"/>
              </a:rPr>
              <a:t>Memory layer · Qdrant vectors · multi-turn conversation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Controller API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484632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48463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466344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EEAD4"/>
                </a:solidFill>
                <a:latin typeface="Consolas"/>
              </a:rPr>
              <a:t># POST /query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Request: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{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"question": "How many foster children have incarcerated parents?",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"thread_id": "session-abc-123"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}</a:t>
            </a:r>
          </a:p>
          <a:p>
            <a:endParaRPr sz="850">
              <a:solidFill>
                <a:srgbClr val="5EEAD4"/>
              </a:solidFill>
              <a:latin typeface="Consolas"/>
            </a:endParaRPr>
          </a:p>
          <a:p>
            <a:r>
              <a:rPr sz="850">
                <a:solidFill>
                  <a:srgbClr val="5EEAD4"/>
                </a:solidFill>
                <a:latin typeface="Consolas"/>
              </a:rPr>
              <a:t>Response: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{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"answer":    "Based on cross-agency analysis, 47 children...",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"confidence": 0.91,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"sources":   ["idhw", "idoc"],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"intent":    "cross_agency_count",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"errors":    [],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"execution_trace": [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  "Starting query execution",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  "Routing to 2 agencies: [idhw, idoc]",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  "IDHW family relationships: 312 found",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  "IDOC cross-agency match: 47 people matched",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  "Cross-agency identity resolution: 47 matched"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  ]</a:t>
            </a:r>
          </a:p>
          <a:p>
            <a:r>
              <a:rPr sz="850">
                <a:solidFill>
                  <a:srgbClr val="5EEAD4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868680"/>
            <a:ext cx="3566160" cy="109728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0" y="868680"/>
            <a:ext cx="73152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40680" y="914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thread_id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887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Enables multi-turn conversation via LangGraph MemorySaver. Pass same thread_id across requests for conversation 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2103120"/>
            <a:ext cx="3566160" cy="109728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0" y="210312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2148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execution_trace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4231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Full audit log of every step. Stored in audit_log Redis stream. Compliant with Idaho data governance requirements.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3337560"/>
            <a:ext cx="3566160" cy="91440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333756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068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657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Weighted score based on data completeness and identity match confidence. 0.9+ = high confidence, &lt; 0.7 = review recommended.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4343400"/>
            <a:ext cx="3566160" cy="54864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03520" y="43434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4416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GET /audit/recent  —  returns last 100 queries with metadata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Current Status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4846320" cy="342900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4846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Current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✓  PostgreSQL: all 3 agency databases loaded with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✓  Neo4j, Qdrant, Redis: running in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✓  Controller API: running, /query endpoint functional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✓  LangGraph DAG: intent→planner→router→agencies→reasoning→answer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332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⚡  Agency MCP servers: Docker startup issue — qdrant_client.async_client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0624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⚡  Direct graph-query path: Neo4j Cypher available as 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234440"/>
            <a:ext cx="3657600" cy="3429000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0" y="123444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80" y="1261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6916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1. Fix qdrant_client version in agent Dockerfiles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1945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2. Run full integration test: /query end-to-end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6974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3. Load real Idaho agency data (production CSV)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20040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4. Enable Qdrant semantic search in reasoning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7033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5. Build analytics dashboard on /audit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2062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6. Implement role-based access control per agency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709160"/>
            <a:ext cx="8732520" cy="338328"/>
          </a:xfrm>
          <a:prstGeom prst="rect">
            <a:avLst/>
          </a:prstGeom>
          <a:solidFill>
            <a:srgbClr val="2D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754880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nsolas"/>
              </a:rPr>
              <a:t>Repo: federated_idaho/src/  |  Docs: docs/  |  Stack: docker compose up -d  |  CLI: python3 main.py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1825</Words>
  <Application>Microsoft Macintosh PowerPoint</Application>
  <PresentationFormat>On-screen Show (16:9)</PresentationFormat>
  <Paragraphs>309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Matthew Mowery</cp:lastModifiedBy>
  <cp:revision>2</cp:revision>
  <dcterms:created xsi:type="dcterms:W3CDTF">2013-01-27T09:14:16Z</dcterms:created>
  <dcterms:modified xsi:type="dcterms:W3CDTF">2026-03-31T19:26:36Z</dcterms:modified>
  <cp:category/>
</cp:coreProperties>
</file>